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c4fbd56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c4fbd56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31150" y="271800"/>
            <a:ext cx="5178300" cy="59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Round Square Conference hosted by St. George's Grammar School in Cape Town. The conference theme, </a:t>
            </a:r>
            <a:r>
              <a:rPr i="1" lang="en" sz="1100">
                <a:solidFill>
                  <a:schemeClr val="dk1"/>
                </a:solidFill>
              </a:rPr>
              <a:t>“Adventure: Under the Shadow of the Mountain,”</a:t>
            </a:r>
            <a:r>
              <a:rPr lang="en" sz="1100">
                <a:solidFill>
                  <a:schemeClr val="dk1"/>
                </a:solidFill>
              </a:rPr>
              <a:t> 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950" y="940875"/>
            <a:ext cx="5421626" cy="38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250" y="209075"/>
            <a:ext cx="3373899" cy="45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